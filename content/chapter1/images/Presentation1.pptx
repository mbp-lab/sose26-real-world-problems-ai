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81"/>
    <p:restoredTop sz="91408"/>
  </p:normalViewPr>
  <p:slideViewPr>
    <p:cSldViewPr snapToGrid="0">
      <p:cViewPr>
        <p:scale>
          <a:sx n="110" d="100"/>
          <a:sy n="110" d="100"/>
        </p:scale>
        <p:origin x="14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26B05-B716-E7CC-C6A5-95E29CC2B3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E9A83-8866-93BE-952C-71BE3D8920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1C096-DCF7-6D31-609B-46B7C2AF5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BC44-706E-8F4E-A97E-B4D39B150E7A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9AE33-40A7-CBD9-1083-04EEF5E1F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EF0C4-1D89-D088-5895-998C21949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C2956-0186-C346-A97E-0990A80C0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35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03605-5550-E427-CD22-BAE49E55A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C4CF7-06F9-6396-63F8-21039AD5B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E633E-2690-E2D4-668F-8B8E3CA70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BC44-706E-8F4E-A97E-B4D39B150E7A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87330-BA38-9B35-5CF3-EEAD63F8A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BA2B5-B94F-BB76-85D1-5CD09FDC4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C2956-0186-C346-A97E-0990A80C0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53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40AD6-734E-92E4-6002-C24FDDB9C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45F8E-FAA6-2EDF-FB6D-A6486F576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F5F90-7CA2-C9B7-383C-5DF32C57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BC44-706E-8F4E-A97E-B4D39B150E7A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B01CC-39A9-34FB-0C42-A11CFF687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AC8AA-66ED-029D-2396-2D815182D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C2956-0186-C346-A97E-0990A80C0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583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F0A39-6C05-04CA-FF55-7E98298C6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C7C42-0BCA-98F1-E1BF-74088C440B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AF93D9-3216-5B5B-1D0F-D7505DF40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AE8F1-C018-6AA5-E62F-791D02AEE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BC44-706E-8F4E-A97E-B4D39B150E7A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9F1C31-AEEE-2E4E-8E6E-FD6AC86C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D2642-9BCB-9FAC-17F4-E232AF9A2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C2956-0186-C346-A97E-0990A80C0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330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BDC10-DFD7-289E-193B-1594DAEDD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3ECBE-4881-FE5B-D34E-CF8E75D19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A5DB0-68BA-DD5F-0773-42EDFD225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24FA5D-D918-4F4B-8730-3ED0843B8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5C5296-EE99-2D9F-FB43-BB268847EA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B114D9-D0ED-3193-CB69-CA3738653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BC44-706E-8F4E-A97E-B4D39B150E7A}" type="datetimeFigureOut">
              <a:rPr lang="en-US" smtClean="0"/>
              <a:t>5/20/26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C90642-B593-39AF-00B2-21EE14EBE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D91476-0DB6-2F1B-9A91-5FF552638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C2956-0186-C346-A97E-0990A80C0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983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A825E-1D7D-1045-0343-2EC065745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BB34F7-3603-C4C2-19CC-7F5D4175C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BC44-706E-8F4E-A97E-B4D39B150E7A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9C2E81-F86F-5F9A-ED24-2389A45FB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9CCE2-D9F1-45E1-39CA-7812F092A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C2956-0186-C346-A97E-0990A80C0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760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DB70F2-FA68-E556-E359-605FA8FCB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BC44-706E-8F4E-A97E-B4D39B150E7A}" type="datetimeFigureOut">
              <a:rPr lang="en-US" smtClean="0"/>
              <a:t>5/20/26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AFB5A9-60A1-46DD-1471-0DF05E860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B55CB-6D3D-85E8-CAF8-72325ADBC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C2956-0186-C346-A97E-0990A80C0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13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AAD71-B433-6F00-C5B1-CF4C0D959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19321-1FDF-DCBF-3F06-7A3E2078B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5DD951-6166-25C9-BE83-BB3071F91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8A1D1-8E7D-8FF0-268F-22F73ECB7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BC44-706E-8F4E-A97E-B4D39B150E7A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AAD8A-9E26-92C6-4852-6F201192D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F0951D-AEB1-DA9B-7F8E-DEDB66A1F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C2956-0186-C346-A97E-0990A80C0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467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89DA1-16A7-EDAA-FAF7-D7C5D55EB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93E868-FD32-213B-5B8A-B379EB570F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AB3AD-5FE1-623F-A2E2-7584E1028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43A60-1C3B-AAB3-19BE-9BADA4DE1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BC44-706E-8F4E-A97E-B4D39B150E7A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D11CE-2365-4399-1CEB-7CAFC99F8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31F6B8-8AB1-73C1-60B9-9801152DE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C2956-0186-C346-A97E-0990A80C0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673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3A19F-7493-8E28-6585-215EF1770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0997BA-481D-B35B-B820-42ACC61D8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AD85A-EC48-C4D1-0D52-AE566C022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BC44-706E-8F4E-A97E-B4D39B150E7A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607C9-B222-3DE2-AEBB-6B49842C2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F5628-3EFF-43AE-3E19-BA20D63D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C2956-0186-C346-A97E-0990A80C0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270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46B7B0-A6D8-7BCF-E61A-53C95C550F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B7ACE1-1D57-3FA3-4F98-54C09BE2D7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F7773-9578-D451-9A96-F65BDE65C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BC44-706E-8F4E-A97E-B4D39B150E7A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1C1E4-4B70-96B9-CDC7-7ED2215E0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2887E-544A-E270-2630-460FFF9D7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C2956-0186-C346-A97E-0990A80C0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981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9DEACD-905F-CA8D-B93E-0A5DF3DCE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9C3E7-714A-403F-6865-8F8865CAD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205A0-8EA2-32C6-FDAE-BCE47AF0E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DCBC44-706E-8F4E-A97E-B4D39B150E7A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7FCCF-9A93-7B66-0F8C-C02ADA4EFA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FE7B3-5F1B-D27C-5E8D-56A4C4903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BC2956-0186-C346-A97E-0990A80C0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910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D8F17D-489C-28E9-740F-C5B3C85A7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625" y="1358900"/>
            <a:ext cx="3911600" cy="4140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069D89-A874-B960-9D05-CD124DD73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" y="1358900"/>
            <a:ext cx="7123440" cy="41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42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063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Olya Hakobyan</dc:creator>
  <cp:lastModifiedBy>Olya Hakobyan</cp:lastModifiedBy>
  <cp:revision>1</cp:revision>
  <dcterms:created xsi:type="dcterms:W3CDTF">2026-05-20T17:13:40Z</dcterms:created>
  <dcterms:modified xsi:type="dcterms:W3CDTF">2026-05-20T21:30:34Z</dcterms:modified>
</cp:coreProperties>
</file>