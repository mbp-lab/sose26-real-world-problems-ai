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1F92-F081-0B96-06E0-B6EF47BB5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E5687-ACC7-81A0-C31B-9B3303FD4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A3C6B-8101-F43F-7075-D2AE860F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AC917-6643-C242-C276-C5DA8CC22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6EF28-5258-0F13-F07B-B9DCD9C7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5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066B9-F61D-5251-A47B-D8788593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29985-4761-11D5-4A7D-9D8A8B4BB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CADFE-C17D-70FE-15AF-606BF9A1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6A4CF-5E38-8C03-3C1B-00C4725B0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58504-C217-67C7-7DA7-3523DA01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E5CB-596F-6378-D716-9FC619D58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FA034-E4B1-0E7E-2ECF-4F3A48115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CE755-E8FE-0C23-872C-6C98F1C3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6E8AF-2794-FEF3-21B2-32B3AD56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4D9BF-4A16-0D70-9168-4C215930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3E41-7383-DE4E-F84B-8C58B0152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540C4-2493-591A-61AC-249FA5DE9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D37E4-7630-F149-6765-7C911B8F2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086DF-DFC2-48DF-7536-9623CFF6E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8A25D-806B-B3FD-066D-40E5BABD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AECD5-4619-5B8D-193B-ACED2A99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3C4C-9596-893E-19A2-910E6724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A2D92-0A4B-3F93-EEE0-D8FEF79E6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D8A2A-CB03-6F67-34A2-8AC5DED69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1EAA6-F007-E6A0-8EC5-D5971F246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B7FF5-C135-DED0-ECB0-F456BB75B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C3833-4ED6-B9D9-43D7-5B5DB7BF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65734-91FA-B5B8-9AF2-EE713C530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60915-9DFE-F15D-9208-B15ACB87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8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71DD-8F51-D93B-2CFA-907D424D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28E4AD-A0FA-0668-2113-81712E3F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18458-3A4D-5B71-0C34-E7C2FECC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10C96-C93E-E0D8-2524-25527F4D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1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A7AE02-4CDD-7B98-29C7-693B5A5E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CF8BC-F102-0210-8D33-D3A8CA81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48394-B6AA-9332-88A8-9C9697AA3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4CC2-DA47-14AA-531A-A94CA633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074F-2115-6EE3-4B57-5D8CE6698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E9F10-5B5C-994B-5325-885A4EC14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97972-3E16-8ECD-1670-53C6CFBA2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FB70D-3E90-E423-FFEE-B13E7A71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166CE-3BC4-58BB-3624-9D16EF2E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0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C5F2-0857-1FC4-6B72-6EB7F9B5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E2EDD-128B-0D8E-A224-EC175662D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1E23E-C564-C9A0-2103-F61EAAFCE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FBEDF-B900-6573-93EE-19237AED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7E499-F202-A701-71F3-2679DBFB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C3FF5-181B-AE72-93A1-56EE45A9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F851-2292-D1FB-E82F-542D80E9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9DDAE-BAA9-267F-F56D-0D9B5189C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A3358-BBDD-27D6-6260-2F3ED917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6274C-21BD-8226-BFD5-ED3A0F93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29676-4B07-1EB1-B44C-AB46BC42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70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42DBF2-0B67-C56A-AA7D-3D4D5DFAF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44527-DDBF-48B0-7686-2FBB5B6CB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7D9CB-7987-25B7-C0A9-A59AE42B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75E8E-E1EC-D8D7-B448-1F6A0BC7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174BA-CAED-204E-467B-204DA164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2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56848D-8D5B-AF85-D63C-99B3F8C79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10EA9-9A9B-43CF-1FE9-5CD6EAD4F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5C57-DDAB-6F0B-8457-A87E28D61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5B4EF-BAF8-E948-83D1-C77F8621CA7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9ABE1-63DE-F945-0322-2504E9928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17B15-D1CB-0729-45E6-9359F0E38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3560C-07F3-664F-B406-7493C73EF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0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CE2CD40-026C-5801-2A97-5D0D0727754C}"/>
              </a:ext>
            </a:extLst>
          </p:cNvPr>
          <p:cNvGrpSpPr/>
          <p:nvPr/>
        </p:nvGrpSpPr>
        <p:grpSpPr>
          <a:xfrm>
            <a:off x="286639" y="1683507"/>
            <a:ext cx="11618721" cy="2058479"/>
            <a:chOff x="569321" y="1670060"/>
            <a:chExt cx="11618721" cy="205847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E96B0D-2B52-A086-A3C6-F80369626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000" r="8195"/>
            <a:stretch>
              <a:fillRect/>
            </a:stretch>
          </p:blipFill>
          <p:spPr>
            <a:xfrm>
              <a:off x="852673" y="1863335"/>
              <a:ext cx="4034119" cy="167192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265C381-8EB1-F4B4-DA9E-0F98114FAB04}"/>
                </a:ext>
              </a:extLst>
            </p:cNvPr>
            <p:cNvSpPr/>
            <p:nvPr/>
          </p:nvSpPr>
          <p:spPr>
            <a:xfrm>
              <a:off x="569321" y="1670060"/>
              <a:ext cx="4708398" cy="2058479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1020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6C9911F-530B-1CBE-EC5C-CC662707F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21871" y="1980421"/>
              <a:ext cx="4034119" cy="143775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D043FEC-A682-D500-B6ED-5B27582DC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191" r="9535"/>
            <a:stretch>
              <a:fillRect/>
            </a:stretch>
          </p:blipFill>
          <p:spPr>
            <a:xfrm>
              <a:off x="9523021" y="1889674"/>
              <a:ext cx="2514600" cy="161925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46C571-FD60-D6E2-C76A-153D97B58D89}"/>
                </a:ext>
              </a:extLst>
            </p:cNvPr>
            <p:cNvSpPr/>
            <p:nvPr/>
          </p:nvSpPr>
          <p:spPr>
            <a:xfrm>
              <a:off x="9372600" y="1670060"/>
              <a:ext cx="2815442" cy="2058479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1000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01C3522-1786-9323-F5A2-5E39CCFFE141}"/>
                </a:ext>
              </a:extLst>
            </p:cNvPr>
            <p:cNvSpPr/>
            <p:nvPr/>
          </p:nvSpPr>
          <p:spPr>
            <a:xfrm>
              <a:off x="5294149" y="1670060"/>
              <a:ext cx="4089562" cy="2058479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9854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8514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Olya Hakobyan</dc:creator>
  <cp:lastModifiedBy>Olya Hakobyan</cp:lastModifiedBy>
  <cp:revision>1</cp:revision>
  <dcterms:created xsi:type="dcterms:W3CDTF">2026-05-09T19:23:16Z</dcterms:created>
  <dcterms:modified xsi:type="dcterms:W3CDTF">2026-05-09T20:23:26Z</dcterms:modified>
</cp:coreProperties>
</file>