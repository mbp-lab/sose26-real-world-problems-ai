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81"/>
    <p:restoredTop sz="94556"/>
  </p:normalViewPr>
  <p:slideViewPr>
    <p:cSldViewPr snapToGrid="0">
      <p:cViewPr varScale="1">
        <p:scale>
          <a:sx n="79" d="100"/>
          <a:sy n="79" d="100"/>
        </p:scale>
        <p:origin x="9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FC7D9-0412-1B3B-3DC4-17BAE9C23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546A9B-69CB-402D-F023-1807D074F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26F68-E099-39DD-E514-7FD396956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46199-7227-B546-AD28-A4334473A5EA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EFB83-1AC4-C4CF-D882-9AA5BFF07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3013B-48E5-928B-F07F-05860473E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65754-0EED-E84A-BCCB-40D6A6D69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488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2FA6F-E054-6132-2367-B602E57AE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C33D9-AFFD-7C1C-EFC9-E51B6DF8E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C40AD-AB8A-666E-4BC3-54625525E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46199-7227-B546-AD28-A4334473A5EA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00069-6DDD-19BB-126D-D94CB3F96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ACD40-D2FB-8DEE-4154-8686189AD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65754-0EED-E84A-BCCB-40D6A6D69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118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32B66-1C70-CF27-23C8-99BCEA924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F5BEF-7D91-B1AB-D849-973FC8CBF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CB708-3DFB-B41C-92F5-A49652F39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46199-7227-B546-AD28-A4334473A5EA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1444D-A89C-0B6A-4DC9-33EBA26D0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4A3A9-CC0A-F2C7-13F1-97BCF0850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65754-0EED-E84A-BCCB-40D6A6D69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306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347C6-1814-BF30-EB80-BBC239A45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380C2-BD93-BD09-BF9F-0047BE1F60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775BF0-2549-0722-8D2E-9E3FE66F5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6185F-1A21-2806-3F87-26621853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46199-7227-B546-AD28-A4334473A5EA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30AE8-3750-9FE3-0F3E-4B435A3DA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28794-A693-61EA-1DD0-473E0B2C5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65754-0EED-E84A-BCCB-40D6A6D69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890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0385E-FF95-52DD-DFFD-1CC0E8F81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CEBA49-90A0-049A-6F81-CB9FA05F3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BA603F-3D54-AEF5-4477-7EEFD83D6C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64F37F-E2BC-A96E-1FD4-EEA829577F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B70F27-888F-ABB5-DDCB-FE09AC6D43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878111-72B4-6E68-4B6D-7BF930C21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46199-7227-B546-AD28-A4334473A5EA}" type="datetimeFigureOut">
              <a:rPr lang="en-US" smtClean="0"/>
              <a:t>5/21/26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F2CBB3-0846-FC7F-855E-F09883487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08B8F-CA65-7DE7-289E-EDC1A446B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65754-0EED-E84A-BCCB-40D6A6D69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56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A4B58-A5FD-4077-5B36-B1794A81F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6857C0-0500-AFD6-38B2-2CED2B056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46199-7227-B546-AD28-A4334473A5EA}" type="datetimeFigureOut">
              <a:rPr lang="en-US" smtClean="0"/>
              <a:t>5/21/26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2E052F-826B-077E-EBED-92E169B08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35A028-E435-26E9-B0E9-935E117B0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65754-0EED-E84A-BCCB-40D6A6D69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37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DA34F3-6D33-C03C-5FC6-7E1E24F81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46199-7227-B546-AD28-A4334473A5EA}" type="datetimeFigureOut">
              <a:rPr lang="en-US" smtClean="0"/>
              <a:t>5/21/26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2C1F4C-36BF-3B17-2EBD-E9C635072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401CB-FFDB-E213-C524-C9F4D5B1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65754-0EED-E84A-BCCB-40D6A6D69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18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7112B-91F1-1952-33D6-5A84AC39A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D1543-862B-0B11-8D3B-BC2A2038D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439C3-4F02-59C8-50A9-B819569A9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ED6EDF-FE14-B920-66CB-857B61A6C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46199-7227-B546-AD28-A4334473A5EA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9CDD3-FE98-7A8A-DFC3-2327BAB77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2FC55-7D46-8099-4F0B-D6328F1A7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65754-0EED-E84A-BCCB-40D6A6D69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40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E2EED-771F-B679-49B4-62875BB18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8B80F8-FDB3-1883-EA00-9239B51049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416DD1-5663-6E95-C9D6-78FD005BE8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817DC-2FF4-5E77-BE6C-289FC59DF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46199-7227-B546-AD28-A4334473A5EA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58166-AEC4-FF6B-435D-D5E264887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0DE30-00BA-3554-75D4-3C8CB4026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65754-0EED-E84A-BCCB-40D6A6D69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224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B5095-DCCB-5D6F-8BEE-9BFC45C0D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0F6FCD-34B4-D840-107B-8EDC00B31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4E34-9082-121B-B40D-0EAFE535C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46199-7227-B546-AD28-A4334473A5EA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9BADE-684B-25FD-A359-B8BCBC417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EB314-6BE1-6C31-25B2-FBD108249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65754-0EED-E84A-BCCB-40D6A6D69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937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287184-E260-5ED2-B988-227137499F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F20B6-CA4F-2FA0-8DC4-A102518577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715D9-0EB4-A325-2280-66A0E82AB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46199-7227-B546-AD28-A4334473A5EA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17C28-70D9-8BB1-383A-61C304484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A33CF-668B-344B-BA3B-1E005337C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65754-0EED-E84A-BCCB-40D6A6D69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899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8C18A8-000D-F1A5-ED97-6DFA74059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AFA63-0F86-06F2-4799-A50A13F1E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08AD2-6475-0D04-AC81-AF68C4C57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446199-7227-B546-AD28-A4334473A5EA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1F79F-E3E4-6A0B-C5FE-736FB17293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34235-B9E6-BF5A-8E9A-DF13F85FA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A65754-0EED-E84A-BCCB-40D6A6D69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78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9174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Olya Hakobyan</dc:creator>
  <cp:lastModifiedBy>Olya Hakobyan</cp:lastModifiedBy>
  <cp:revision>3</cp:revision>
  <dcterms:created xsi:type="dcterms:W3CDTF">2026-05-20T23:53:38Z</dcterms:created>
  <dcterms:modified xsi:type="dcterms:W3CDTF">2026-05-21T01:06:10Z</dcterms:modified>
</cp:coreProperties>
</file>