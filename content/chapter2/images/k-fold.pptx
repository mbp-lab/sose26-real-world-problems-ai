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1507"/>
  </p:normalViewPr>
  <p:slideViewPr>
    <p:cSldViewPr snapToGrid="0">
      <p:cViewPr varScale="1">
        <p:scale>
          <a:sx n="90" d="100"/>
          <a:sy n="90" d="100"/>
        </p:scale>
        <p:origin x="232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D83B-4083-9B7D-9146-FDAEBFC94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26B1A5-1E6B-0E22-0B8D-E0E4D299E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91767-DEED-A9DB-BA61-E80CC2D6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6E6E-6763-3C4B-AB05-FF7A9C7B92D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AB396-A9BE-4B17-44FD-5FA4E2435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4F0A4-2006-AD67-D987-FE0F53C0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95572-6536-E644-A7A6-4887CB63F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9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B8EDA-AD34-D9A1-4201-0BF4FB9E8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D82F5-5AEC-BBD1-6AE4-D1966AE14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195DA-4DE9-1002-26FE-90F2698F9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6E6E-6763-3C4B-AB05-FF7A9C7B92D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0C004-06BC-1A8D-0260-AB992BE6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358FD-F319-2A7F-C551-D66F4DD7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95572-6536-E644-A7A6-4887CB63F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8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0815D-2817-3C88-E47F-B7CFE3C9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C1D8A-F8CF-51BC-EDB3-A4F2F691D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87F48-EA02-276C-1AE4-F1F628C76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6E6E-6763-3C4B-AB05-FF7A9C7B92D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66E19-D2C4-53BD-DBCD-BC8649C7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A7C1C-3096-D300-C75E-1381CCAFD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95572-6536-E644-A7A6-4887CB63F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92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52BB-32B9-D173-DF62-14CEDCB44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0F0EC-364D-C44C-DC9B-C87D1D3C6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CE41C-C752-5D64-CCAC-0F732EFB7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84CB2-F82E-673A-5817-C39B2FF63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6E6E-6763-3C4B-AB05-FF7A9C7B92D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6548A-F428-A268-D1AB-08FEF5018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29D25-BB5F-E2F2-74E8-912BB93A8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95572-6536-E644-A7A6-4887CB63F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2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8D3A-FDAE-15A4-6FF4-885C6BCDD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47286-3EA3-D06B-B269-2F4A381C6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CB2A2-5397-745E-399D-48E779539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DAD9A1-CA3C-7E8D-7796-6A1FE69A0C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896F46-CAB0-566B-140A-B1421156E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07C5E4-F22B-D4B5-22EF-1AEEFFCFA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6E6E-6763-3C4B-AB05-FF7A9C7B92D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F356A-D614-47FF-556B-D7A13F7F9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BA8EFF-D8B2-EFD9-F6C2-43EC549E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95572-6536-E644-A7A6-4887CB63F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77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8B1F-C70F-3EAB-61CF-7A16C794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C9E6F-212C-374F-63CC-7AE83466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6E6E-6763-3C4B-AB05-FF7A9C7B92D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1C781-5EB1-329E-7B58-934E5BBD1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973DF-E31C-23E9-B5A1-7D55EFCE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95572-6536-E644-A7A6-4887CB63F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14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2BDC75-C64F-934C-FCC9-564FA022E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6E6E-6763-3C4B-AB05-FF7A9C7B92D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DA9B3-9C40-F7B0-732E-16A17B07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9C44A-AF89-2F87-6797-8DBB7F0F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95572-6536-E644-A7A6-4887CB63F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17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0E5A9-C6DE-269E-BB07-6FDFA2759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3022D-6A2A-DC17-FC78-A9FF2DAB5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71414-1BAC-7408-262C-A483F7209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D8E0B-7C14-B98B-F6B4-6B30F9E79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6E6E-6763-3C4B-AB05-FF7A9C7B92D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978B8-7929-B68E-B540-459142386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8CEF2-AAAB-2118-0B62-FFDEAE25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95572-6536-E644-A7A6-4887CB63F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0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DA669-3B70-27F2-A660-196D407C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DBC4BC-CC40-C777-748C-5B8EFE3FB1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55571-E326-A045-6DD9-C9C600C1F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78F7D-66EA-8B13-068B-2E829DBD7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6E6E-6763-3C4B-AB05-FF7A9C7B92D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41E77-DEBC-8A0F-AC4D-A6F802FB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DEB5A-F90B-9F1B-69EC-B1092F74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95572-6536-E644-A7A6-4887CB63F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45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AFC4-853F-3BFA-D1F1-B57630D8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C1958A-CFE3-D8F3-AD7C-BB7E1C4EB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626DC-A3A8-B8B2-9FA5-BBF4B6B77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6E6E-6763-3C4B-AB05-FF7A9C7B92D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8BE81-A4DA-CA6B-E11D-68102072D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B38F0-8BCF-54C1-512A-701271B7D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95572-6536-E644-A7A6-4887CB63F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19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718CE-BAF2-6581-68D7-07697E4A13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164CA-C646-8261-D8FA-72DD8B252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D7BB8-0F1E-A1A0-EBAE-3786F4133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6E6E-6763-3C4B-AB05-FF7A9C7B92D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DE9DF-3B7A-773C-4C2C-06DCB780B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E0490-185C-2E53-48EC-40CA4F33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95572-6536-E644-A7A6-4887CB63F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432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93ED84-3BEE-31B2-7726-77D7A6F8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412D6-F193-1C6C-E4D2-BA357BAD0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7FBCC-0855-088F-9201-2D0985654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B6E6E-6763-3C4B-AB05-FF7A9C7B92D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EBFEC-4977-BED7-2CD6-4E0931726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6F884-616B-1E5A-1C42-8CB21D09D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95572-6536-E644-A7A6-4887CB63F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8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433D2E-A176-9D31-4998-C73A01DE92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46" t="4346"/>
          <a:stretch>
            <a:fillRect/>
          </a:stretch>
        </p:blipFill>
        <p:spPr>
          <a:xfrm rot="20942249">
            <a:off x="3844886" y="1950741"/>
            <a:ext cx="1123721" cy="2187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3D903B-C671-8134-47A2-668628798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48372">
            <a:off x="5151419" y="1934013"/>
            <a:ext cx="1783891" cy="732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E68A1C-D4E6-F96B-2A17-2E3B76E502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974" t="11716" r="4844" b="11514"/>
          <a:stretch>
            <a:fillRect/>
          </a:stretch>
        </p:blipFill>
        <p:spPr>
          <a:xfrm rot="1691634">
            <a:off x="1236570" y="2197570"/>
            <a:ext cx="1123721" cy="187284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BC6C38-4D2D-FDDA-9238-8FBFE21C534E}"/>
              </a:ext>
            </a:extLst>
          </p:cNvPr>
          <p:cNvSpPr/>
          <p:nvPr/>
        </p:nvSpPr>
        <p:spPr>
          <a:xfrm rot="20405342">
            <a:off x="3128790" y="4979624"/>
            <a:ext cx="1432193" cy="7711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Parameter tuning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E3A02E-36A3-F5DB-B83D-696A28A50E34}"/>
              </a:ext>
            </a:extLst>
          </p:cNvPr>
          <p:cNvSpPr/>
          <p:nvPr/>
        </p:nvSpPr>
        <p:spPr>
          <a:xfrm rot="1156982">
            <a:off x="5971142" y="4768467"/>
            <a:ext cx="1671552" cy="7711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selection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CD8DA6-AA2C-BCBB-1FF8-7E8078FA2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388091">
            <a:off x="8914390" y="1904871"/>
            <a:ext cx="2031608" cy="88768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64544AB-F001-89E6-8BCC-1A1A0C276A0D}"/>
              </a:ext>
            </a:extLst>
          </p:cNvPr>
          <p:cNvSpPr/>
          <p:nvPr/>
        </p:nvSpPr>
        <p:spPr>
          <a:xfrm rot="20405342">
            <a:off x="6227526" y="2963302"/>
            <a:ext cx="2655112" cy="7711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selection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6DF649-2389-F47D-6A3E-811C25B738C2}"/>
              </a:ext>
            </a:extLst>
          </p:cNvPr>
          <p:cNvSpPr/>
          <p:nvPr/>
        </p:nvSpPr>
        <p:spPr>
          <a:xfrm rot="1759307">
            <a:off x="8490999" y="4890974"/>
            <a:ext cx="2518264" cy="7711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Performance estimation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8EB4D9BC-5FBA-3B1C-87B8-0B0578F11F07}"/>
              </a:ext>
            </a:extLst>
          </p:cNvPr>
          <p:cNvSpPr/>
          <p:nvPr/>
        </p:nvSpPr>
        <p:spPr>
          <a:xfrm>
            <a:off x="297455" y="1704910"/>
            <a:ext cx="3018622" cy="2809186"/>
          </a:xfrm>
          <a:prstGeom prst="cloud">
            <a:avLst/>
          </a:prstGeom>
          <a:solidFill>
            <a:schemeClr val="accent1">
              <a:alpha val="4121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´</a:t>
            </a:r>
            <a:endParaRPr lang="en-US" dirty="0"/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D2BDEF43-571A-35F2-E943-5B46562ECDE4}"/>
              </a:ext>
            </a:extLst>
          </p:cNvPr>
          <p:cNvSpPr/>
          <p:nvPr/>
        </p:nvSpPr>
        <p:spPr>
          <a:xfrm>
            <a:off x="5075107" y="1735491"/>
            <a:ext cx="1860507" cy="1411082"/>
          </a:xfrm>
          <a:prstGeom prst="cloud">
            <a:avLst/>
          </a:prstGeom>
          <a:solidFill>
            <a:schemeClr val="accent1">
              <a:alpha val="3907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4A3790A9-8C39-A294-2A5F-2D54A304C70C}"/>
              </a:ext>
            </a:extLst>
          </p:cNvPr>
          <p:cNvSpPr/>
          <p:nvPr/>
        </p:nvSpPr>
        <p:spPr>
          <a:xfrm>
            <a:off x="2882204" y="4315847"/>
            <a:ext cx="2008419" cy="2095789"/>
          </a:xfrm>
          <a:prstGeom prst="cloud">
            <a:avLst/>
          </a:prstGeom>
          <a:solidFill>
            <a:schemeClr val="accent1">
              <a:alpha val="3907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7A8E0D8F-CFD1-B0A3-6589-6B7517436D9F}"/>
              </a:ext>
            </a:extLst>
          </p:cNvPr>
          <p:cNvSpPr/>
          <p:nvPr/>
        </p:nvSpPr>
        <p:spPr>
          <a:xfrm>
            <a:off x="5835563" y="4133580"/>
            <a:ext cx="2008419" cy="2095789"/>
          </a:xfrm>
          <a:prstGeom prst="cloud">
            <a:avLst/>
          </a:prstGeom>
          <a:solidFill>
            <a:schemeClr val="accent1">
              <a:alpha val="3907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loud 17">
            <a:extLst>
              <a:ext uri="{FF2B5EF4-FFF2-40B4-BE49-F238E27FC236}">
                <a16:creationId xmlns:a16="http://schemas.microsoft.com/office/drawing/2014/main" id="{BB6D7DDE-049C-6592-5B72-5B1EB4292EBB}"/>
              </a:ext>
            </a:extLst>
          </p:cNvPr>
          <p:cNvSpPr/>
          <p:nvPr/>
        </p:nvSpPr>
        <p:spPr>
          <a:xfrm rot="18269326">
            <a:off x="8924855" y="4258732"/>
            <a:ext cx="1650547" cy="1988117"/>
          </a:xfrm>
          <a:prstGeom prst="cloud">
            <a:avLst/>
          </a:prstGeom>
          <a:solidFill>
            <a:schemeClr val="accent1">
              <a:alpha val="3907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2EBFC7AF-E85F-D8E0-62DD-F476E5C65788}"/>
              </a:ext>
            </a:extLst>
          </p:cNvPr>
          <p:cNvSpPr/>
          <p:nvPr/>
        </p:nvSpPr>
        <p:spPr>
          <a:xfrm rot="18269326">
            <a:off x="9117940" y="1540723"/>
            <a:ext cx="2008419" cy="2095789"/>
          </a:xfrm>
          <a:prstGeom prst="cloud">
            <a:avLst/>
          </a:prstGeom>
          <a:solidFill>
            <a:schemeClr val="accent1">
              <a:alpha val="3907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loud 19">
            <a:extLst>
              <a:ext uri="{FF2B5EF4-FFF2-40B4-BE49-F238E27FC236}">
                <a16:creationId xmlns:a16="http://schemas.microsoft.com/office/drawing/2014/main" id="{E9151A74-8714-B25F-6204-2E5D1BD8E244}"/>
              </a:ext>
            </a:extLst>
          </p:cNvPr>
          <p:cNvSpPr/>
          <p:nvPr/>
        </p:nvSpPr>
        <p:spPr>
          <a:xfrm rot="18269326">
            <a:off x="6462350" y="2577282"/>
            <a:ext cx="1837278" cy="1818795"/>
          </a:xfrm>
          <a:prstGeom prst="cloud">
            <a:avLst/>
          </a:prstGeom>
          <a:solidFill>
            <a:schemeClr val="accent1">
              <a:alpha val="3907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6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29FE7F-45F7-DBC3-8CDF-9F85D42D6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86" y="1899752"/>
            <a:ext cx="5577609" cy="35121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DA7723-2663-AC8A-F679-D3DD6A86D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14121"/>
            <a:ext cx="4372264" cy="349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65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9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Olya Hakobyan</dc:creator>
  <cp:lastModifiedBy>Olya Hakobyan</cp:lastModifiedBy>
  <cp:revision>7</cp:revision>
  <dcterms:created xsi:type="dcterms:W3CDTF">2026-05-18T19:43:39Z</dcterms:created>
  <dcterms:modified xsi:type="dcterms:W3CDTF">2026-05-22T07:35:49Z</dcterms:modified>
</cp:coreProperties>
</file>