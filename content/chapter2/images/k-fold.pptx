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26"/>
    <p:restoredTop sz="91507"/>
  </p:normalViewPr>
  <p:slideViewPr>
    <p:cSldViewPr snapToGrid="0">
      <p:cViewPr varScale="1">
        <p:scale>
          <a:sx n="116" d="100"/>
          <a:sy n="116" d="100"/>
        </p:scale>
        <p:origin x="48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AD83B-4083-9B7D-9146-FDAEBFC94D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26B1A5-1E6B-0E22-0B8D-E0E4D299EB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91767-DEED-A9DB-BA61-E80CC2D6C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7AB396-A9BE-4B17-44FD-5FA4E2435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64F0A4-2006-AD67-D987-FE0F53C0C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790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B8EDA-AD34-D9A1-4201-0BF4FB9E8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D82F5-5AEC-BBD1-6AE4-D1966AE14D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195DA-4DE9-1002-26FE-90F2698F9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C0C004-06BC-1A8D-0260-AB992BE6A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F358FD-F319-2A7F-C551-D66F4DD7B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588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0815D-2817-3C88-E47F-B7CFE3C92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5C1D8A-F8CF-51BC-EDB3-A4F2F691DE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A87F48-EA02-276C-1AE4-F1F628C76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266E19-D2C4-53BD-DBCD-BC8649C79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A7C1C-3096-D300-C75E-1381CCAFD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992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852BB-32B9-D173-DF62-14CEDCB44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60F0EC-364D-C44C-DC9B-C87D1D3C66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4CE41C-C752-5D64-CCAC-0F732EFB7E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984CB2-F82E-673A-5817-C39B2FF63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96548A-F428-A268-D1AB-08FEF5018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729D25-BB5F-E2F2-74E8-912BB93A8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924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B8D3A-FDAE-15A4-6FF4-885C6BCDD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A47286-3EA3-D06B-B269-2F4A381C6A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3CB2A2-5397-745E-399D-48E7795397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DAD9A1-CA3C-7E8D-7796-6A1FE69A0C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896F46-CAB0-566B-140A-B1421156E1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07C5E4-F22B-D4B5-22EF-1AEEFFCFAC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09F356A-D614-47FF-556B-D7A13F7F9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BA8EFF-D8B2-EFD9-F6C2-43EC549EF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377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58B1F-C70F-3EAB-61CF-7A16C7946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AC9E6F-212C-374F-63CC-7AE834668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1C781-5EB1-329E-7B58-934E5BBD1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D973DF-E31C-23E9-B5A1-7D55EFCE7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014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2BDC75-C64F-934C-FCC9-564FA022E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9DA9B3-9C40-F7B0-732E-16A17B07E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9C44A-AF89-2F87-6797-8DBB7F0FD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2175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0E5A9-C6DE-269E-BB07-6FDFA2759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3022D-6A2A-DC17-FC78-A9FF2DAB5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A71414-1BAC-7408-262C-A483F72095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2D8E0B-7C14-B98B-F6B4-6B30F9E79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6978B8-7929-B68E-B540-459142386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98CEF2-AAAB-2118-0B62-FFDEAE251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605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DA669-3B70-27F2-A660-196D407C7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DBC4BC-CC40-C777-748C-5B8EFE3FB1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A55571-E326-A045-6DD9-C9C600C1F2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78F7D-66EA-8B13-068B-2E829DBD7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F41E77-DEBC-8A0F-AC4D-A6F802FB8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4DEB5A-F90B-9F1B-69EC-B1092F742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045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EAFC4-853F-3BFA-D1F1-B57630D85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C1958A-CFE3-D8F3-AD7C-BB7E1C4EB3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6626DC-A3A8-B8B2-9FA5-BBF4B6B77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8BE81-A4DA-CA6B-E11D-68102072D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6B38F0-8BCF-54C1-512A-701271B7D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2190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1718CE-BAF2-6581-68D7-07697E4A13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7164CA-C646-8261-D8FA-72DD8B252E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5D7BB8-0F1E-A1A0-EBAE-3786F4133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6DE9DF-3B7A-773C-4C2C-06DCB780B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3E0490-185C-2E53-48EC-40CA4F339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4323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93ED84-3BEE-31B2-7726-77D7A6F85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A412D6-F193-1C6C-E4D2-BA357BAD0C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07FBCC-0855-088F-9201-2D0985654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AB6E6E-6763-3C4B-AB05-FF7A9C7B92D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0EBFEC-4977-BED7-2CD6-4E09317265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E6F884-616B-1E5A-1C42-8CB21D09D0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482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433D2E-A176-9D31-4998-C73A01DE92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46" t="4346"/>
          <a:stretch>
            <a:fillRect/>
          </a:stretch>
        </p:blipFill>
        <p:spPr>
          <a:xfrm rot="20942249">
            <a:off x="3844886" y="1950741"/>
            <a:ext cx="1123721" cy="21871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F3D903B-C671-8134-47A2-668628798D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948372">
            <a:off x="5151419" y="1934013"/>
            <a:ext cx="1783891" cy="7325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E68A1C-D4E6-F96B-2A17-2E3B76E502B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974" t="11716" r="4844" b="11514"/>
          <a:stretch>
            <a:fillRect/>
          </a:stretch>
        </p:blipFill>
        <p:spPr>
          <a:xfrm rot="1691634">
            <a:off x="1236570" y="2197570"/>
            <a:ext cx="1123721" cy="187284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BC6C38-4D2D-FDDA-9238-8FBFE21C534E}"/>
              </a:ext>
            </a:extLst>
          </p:cNvPr>
          <p:cNvSpPr/>
          <p:nvPr/>
        </p:nvSpPr>
        <p:spPr>
          <a:xfrm rot="20405342">
            <a:off x="3128790" y="4979624"/>
            <a:ext cx="1432193" cy="7711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Parameter tuning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E3A02E-36A3-F5DB-B83D-696A28A50E34}"/>
              </a:ext>
            </a:extLst>
          </p:cNvPr>
          <p:cNvSpPr/>
          <p:nvPr/>
        </p:nvSpPr>
        <p:spPr>
          <a:xfrm rot="1156982">
            <a:off x="5971142" y="4768467"/>
            <a:ext cx="1671552" cy="7711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Feature selection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FCD8DA6-AA2C-BCBB-1FF8-7E8078FA2E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388091">
            <a:off x="8914390" y="1904871"/>
            <a:ext cx="2031608" cy="887685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364544AB-F001-89E6-8BCC-1A1A0C276A0D}"/>
              </a:ext>
            </a:extLst>
          </p:cNvPr>
          <p:cNvSpPr/>
          <p:nvPr/>
        </p:nvSpPr>
        <p:spPr>
          <a:xfrm rot="20405342">
            <a:off x="6227526" y="2963302"/>
            <a:ext cx="2655112" cy="77118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 selection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B6DF649-2389-F47D-6A3E-811C25B738C2}"/>
              </a:ext>
            </a:extLst>
          </p:cNvPr>
          <p:cNvSpPr/>
          <p:nvPr/>
        </p:nvSpPr>
        <p:spPr>
          <a:xfrm rot="1759307">
            <a:off x="8490999" y="4890974"/>
            <a:ext cx="2518264" cy="77118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Performance estimation</a:t>
            </a:r>
          </a:p>
        </p:txBody>
      </p:sp>
    </p:spTree>
    <p:extLst>
      <p:ext uri="{BB962C8B-B14F-4D97-AF65-F5344CB8AC3E}">
        <p14:creationId xmlns:p14="http://schemas.microsoft.com/office/powerpoint/2010/main" val="184846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B29FE7F-45F7-DBC3-8CDF-9F85D42D65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686" y="1899752"/>
            <a:ext cx="5577609" cy="35121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DA7723-2663-AC8A-F679-D3DD6A86D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14121"/>
            <a:ext cx="4372264" cy="3497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065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</TotalTime>
  <Words>8</Words>
  <Application>Microsoft Macintosh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Olya Hakobyan</dc:creator>
  <cp:lastModifiedBy>Olya Hakobyan</cp:lastModifiedBy>
  <cp:revision>4</cp:revision>
  <dcterms:created xsi:type="dcterms:W3CDTF">2026-05-18T19:43:39Z</dcterms:created>
  <dcterms:modified xsi:type="dcterms:W3CDTF">2026-05-20T04:28:10Z</dcterms:modified>
</cp:coreProperties>
</file>