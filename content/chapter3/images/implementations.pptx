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37"/>
    <p:restoredTop sz="91462"/>
  </p:normalViewPr>
  <p:slideViewPr>
    <p:cSldViewPr snapToGrid="0">
      <p:cViewPr varScale="1">
        <p:scale>
          <a:sx n="102" d="100"/>
          <a:sy n="102" d="100"/>
        </p:scale>
        <p:origin x="8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BAD83-3D41-C58D-1884-45B018B428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12E75C-9947-0B38-5CE2-E1C2C6831C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A639C-E0F0-BB82-6D1D-A5A664790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BC199-420B-1D43-AD8F-37DC68CCC4D3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796BF-FAD5-8E7C-3D0D-568010EC9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1F7007-AF7E-E7F0-DB73-63958C541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7A66-3336-5E40-BCFC-0FF3CE261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98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B2C03-F995-0534-10C7-DE85EBBD1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4F49D-C965-CF15-D693-1CC5F2081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DA10A-D886-3AD3-AF60-041F74755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BC199-420B-1D43-AD8F-37DC68CCC4D3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BD292-3E60-A03B-6E48-B6CAD5581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C201EE-CD99-9790-9FF1-5DBED3E1E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7A66-3336-5E40-BCFC-0FF3CE261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827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B619F-FEDA-5E58-BC89-537ADCDB4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106386-2A16-62C1-9488-DC690653D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9764A-71D9-A0F6-9A3A-09002F8DA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BC199-420B-1D43-AD8F-37DC68CCC4D3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5C9996-FBCA-3992-6F55-777AB21F8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74E8C-9A90-FECB-7614-2F19936CC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7A66-3336-5E40-BCFC-0FF3CE261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139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BEE55-D41A-DD6E-755E-A249C3597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E9F57-98A3-5644-0A82-976E519308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5D6D70-57BE-D89F-1DE8-67B55C2EEB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D53009-EF62-D2FC-8E02-4C6F1A1EE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BC199-420B-1D43-AD8F-37DC68CCC4D3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7C4971-11C5-5431-7152-DF3D4916E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9A8089-500E-531A-2514-47ADA2B6D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7A66-3336-5E40-BCFC-0FF3CE261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594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18B74-D22F-FA36-7E9E-6B236BB5B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9A1329-9256-1B32-B88C-F47CC33EA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7A4F08-4904-84FC-F3A9-CBD7DC7E76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C73DE0-AC0E-8597-8D7F-D8CC2874A2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2F0BB7-832B-0DF6-B4EB-A469E0F107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DAFA1F-B703-2E70-34D4-1FB41F359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BC199-420B-1D43-AD8F-37DC68CCC4D3}" type="datetimeFigureOut">
              <a:rPr lang="en-US" smtClean="0"/>
              <a:t>6/30/26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9BEFB3-AA5A-1311-C066-DE19641C5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33B0C2-67ED-2817-7CFB-98932E657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7A66-3336-5E40-BCFC-0FF3CE261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579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1CA5A-DDCB-2CE9-ABE8-3FE8C023A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BB120E-E25E-269B-3B12-5309D5DF0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BC199-420B-1D43-AD8F-37DC68CCC4D3}" type="datetimeFigureOut">
              <a:rPr lang="en-US" smtClean="0"/>
              <a:t>6/30/26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F9A25A-F941-6E12-C187-DB40D6D01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E93748-610D-98CB-613C-9C5CAE38E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7A66-3336-5E40-BCFC-0FF3CE261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78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136BCA-36C2-7D55-D8D1-24D3ECEC1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BC199-420B-1D43-AD8F-37DC68CCC4D3}" type="datetimeFigureOut">
              <a:rPr lang="en-US" smtClean="0"/>
              <a:t>6/30/26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E6455C-9071-6952-43B3-524EDE15A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6B7091-1C94-352D-A512-914E3E1FF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7A66-3336-5E40-BCFC-0FF3CE261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11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623DC-674B-40BE-03F8-D784A04CA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FAEA5-8C47-CBC5-952E-52F7DB16F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0D92BD-856A-FC55-53C2-401DF68213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F96670-2D04-C719-C9C0-822CF76E2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BC199-420B-1D43-AD8F-37DC68CCC4D3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04BA78-664D-D4FA-9013-D7E3396F0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8AD2A1-0CE8-A62D-0B8D-5957BEF53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7A66-3336-5E40-BCFC-0FF3CE261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041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B629B-A71D-6ACD-E8BE-8E46E0AE4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595FDB-903C-8904-2BA9-750C55115A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B84B87-8617-46C1-F41B-1F27941CF4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17F801-F43A-AF6C-5092-91739E93F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BC199-420B-1D43-AD8F-37DC68CCC4D3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AB99B7-37DF-159D-F1A6-B939B07A2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67E493-A530-D2C0-CCF5-1A899AA36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7A66-3336-5E40-BCFC-0FF3CE261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677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29C59-0D07-BD00-9B84-E1738E39C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63AC7-05CE-F964-E251-C72850A710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5467C-E7D6-448A-7DB9-25D62AE32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BC199-420B-1D43-AD8F-37DC68CCC4D3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01AE5-440A-BF56-CBF5-4C05D38E4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1577D-F6EE-D7BA-405D-605AE5C8A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7A66-3336-5E40-BCFC-0FF3CE261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29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FAD9EC-3F3F-4F59-8A31-83F38BB28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0E28EE-3E0C-89EE-A351-BDF862F718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FF9FD-FB68-5D41-6898-99B249C47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BC199-420B-1D43-AD8F-37DC68CCC4D3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865C2-F035-5D74-92A2-D65BCC0CA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418FF-57ED-4D0F-87D5-A41D95F28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7A66-3336-5E40-BCFC-0FF3CE261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791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2578DC-D0AF-9CBC-0FBA-7B477D18C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367C57-6C21-92C2-529F-E3D9B4B2E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57DBA-5775-7F44-DD1C-36D061572E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7BC199-420B-1D43-AD8F-37DC68CCC4D3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A091D-BF61-C29E-F399-66BB872835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5AE87-3B5D-2E51-BB38-F5B9FD2E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247A66-3336-5E40-BCFC-0FF3CE261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448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1F55329-C271-FAA7-3C61-5BE7BFB831B5}"/>
              </a:ext>
            </a:extLst>
          </p:cNvPr>
          <p:cNvGrpSpPr/>
          <p:nvPr/>
        </p:nvGrpSpPr>
        <p:grpSpPr>
          <a:xfrm>
            <a:off x="253963" y="475989"/>
            <a:ext cx="11846179" cy="6141471"/>
            <a:chOff x="253963" y="475989"/>
            <a:chExt cx="11846179" cy="614147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54E5DCB-2831-BC91-9B6E-41691DE9FF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3963" y="3911556"/>
              <a:ext cx="4346612" cy="2705904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53D245F-ED1E-DAA0-F90A-74C2690F3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7927" y="742950"/>
              <a:ext cx="3674626" cy="2943226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58B28E7-91BC-2E5D-4F6F-2C76138470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7589" y="1888515"/>
              <a:ext cx="5987363" cy="2943226"/>
            </a:xfrm>
            <a:prstGeom prst="rect">
              <a:avLst/>
            </a:prstGeom>
          </p:spPr>
        </p:pic>
        <p:sp>
          <p:nvSpPr>
            <p:cNvPr id="7" name="Right Arrow 6">
              <a:extLst>
                <a:ext uri="{FF2B5EF4-FFF2-40B4-BE49-F238E27FC236}">
                  <a16:creationId xmlns:a16="http://schemas.microsoft.com/office/drawing/2014/main" id="{363631B5-B8CC-5904-8CC6-5E4CCC511583}"/>
                </a:ext>
              </a:extLst>
            </p:cNvPr>
            <p:cNvSpPr/>
            <p:nvPr/>
          </p:nvSpPr>
          <p:spPr>
            <a:xfrm>
              <a:off x="4498605" y="3209794"/>
              <a:ext cx="1033309" cy="48577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1A56C0F-4013-0C1E-15A9-8F3E6B97C9BF}"/>
                </a:ext>
              </a:extLst>
            </p:cNvPr>
            <p:cNvSpPr/>
            <p:nvPr/>
          </p:nvSpPr>
          <p:spPr>
            <a:xfrm>
              <a:off x="253963" y="475989"/>
              <a:ext cx="4142673" cy="614147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25AA70C-C05A-E6D2-0CF3-F468BAA7EB85}"/>
                </a:ext>
              </a:extLst>
            </p:cNvPr>
            <p:cNvSpPr/>
            <p:nvPr/>
          </p:nvSpPr>
          <p:spPr>
            <a:xfrm>
              <a:off x="5633884" y="1490597"/>
              <a:ext cx="6466258" cy="359497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00215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ADDCC39-D628-71D1-D122-097CF7B922BA}"/>
              </a:ext>
            </a:extLst>
          </p:cNvPr>
          <p:cNvGrpSpPr/>
          <p:nvPr/>
        </p:nvGrpSpPr>
        <p:grpSpPr>
          <a:xfrm>
            <a:off x="209287" y="798284"/>
            <a:ext cx="11773426" cy="4259978"/>
            <a:chOff x="209287" y="798284"/>
            <a:chExt cx="11773426" cy="4259978"/>
          </a:xfrm>
        </p:grpSpPr>
        <p:pic>
          <p:nvPicPr>
            <p:cNvPr id="4" name="Picture 3" descr="width: 50%&#10;align: center&#10;figclass: nonfloat">
              <a:extLst>
                <a:ext uri="{FF2B5EF4-FFF2-40B4-BE49-F238E27FC236}">
                  <a16:creationId xmlns:a16="http://schemas.microsoft.com/office/drawing/2014/main" id="{C47E03C9-37F8-3E1D-812F-4782F9991F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9287" y="798284"/>
              <a:ext cx="4947533" cy="420101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9500648-2848-4ED8-C241-46DC59BE67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27270" y="916218"/>
              <a:ext cx="5555443" cy="4142044"/>
            </a:xfrm>
            <a:prstGeom prst="rect">
              <a:avLst/>
            </a:prstGeom>
          </p:spPr>
        </p:pic>
        <p:sp>
          <p:nvSpPr>
            <p:cNvPr id="6" name="Right Arrow 5">
              <a:extLst>
                <a:ext uri="{FF2B5EF4-FFF2-40B4-BE49-F238E27FC236}">
                  <a16:creationId xmlns:a16="http://schemas.microsoft.com/office/drawing/2014/main" id="{BB13BCA7-5C8A-0CDF-0193-8CC5D5BA4533}"/>
                </a:ext>
              </a:extLst>
            </p:cNvPr>
            <p:cNvSpPr/>
            <p:nvPr/>
          </p:nvSpPr>
          <p:spPr>
            <a:xfrm>
              <a:off x="5260226" y="2655901"/>
              <a:ext cx="1033309" cy="48577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91088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CD340-85B2-93AF-85E9-C2BF97C9F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B587E011-B12D-1C86-50A1-46E30556FBC9}"/>
              </a:ext>
            </a:extLst>
          </p:cNvPr>
          <p:cNvGrpSpPr/>
          <p:nvPr/>
        </p:nvGrpSpPr>
        <p:grpSpPr>
          <a:xfrm>
            <a:off x="372953" y="1388627"/>
            <a:ext cx="11673613" cy="3594970"/>
            <a:chOff x="372953" y="1388627"/>
            <a:chExt cx="11673613" cy="359497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84C28775-AA00-7EE5-34CA-8E0750A7A1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5847" y="1579658"/>
              <a:ext cx="4998884" cy="3213568"/>
            </a:xfrm>
            <a:prstGeom prst="rect">
              <a:avLst/>
            </a:prstGeom>
          </p:spPr>
        </p:pic>
        <p:sp>
          <p:nvSpPr>
            <p:cNvPr id="3" name="Right Arrow 2">
              <a:extLst>
                <a:ext uri="{FF2B5EF4-FFF2-40B4-BE49-F238E27FC236}">
                  <a16:creationId xmlns:a16="http://schemas.microsoft.com/office/drawing/2014/main" id="{44FFD1D8-F714-3AF0-9244-8412F5BF07A4}"/>
                </a:ext>
              </a:extLst>
            </p:cNvPr>
            <p:cNvSpPr/>
            <p:nvPr/>
          </p:nvSpPr>
          <p:spPr>
            <a:xfrm>
              <a:off x="5647241" y="3200399"/>
              <a:ext cx="1033309" cy="48577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7809571-5104-D49D-2270-C79313947D65}"/>
                </a:ext>
              </a:extLst>
            </p:cNvPr>
            <p:cNvSpPr/>
            <p:nvPr/>
          </p:nvSpPr>
          <p:spPr>
            <a:xfrm>
              <a:off x="372953" y="1388627"/>
              <a:ext cx="5138499" cy="359497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063BA4B-3FAE-5AAB-590A-F376C569B2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17743" y="1929057"/>
              <a:ext cx="4919145" cy="2699261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367DFB4-2CA1-028A-98EF-9F930F30432C}"/>
                </a:ext>
              </a:extLst>
            </p:cNvPr>
            <p:cNvSpPr/>
            <p:nvPr/>
          </p:nvSpPr>
          <p:spPr>
            <a:xfrm>
              <a:off x="6908067" y="1388627"/>
              <a:ext cx="5138499" cy="359497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15754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D28ED52-2DF8-E44D-18DF-8F599C693C1D}"/>
              </a:ext>
            </a:extLst>
          </p:cNvPr>
          <p:cNvGrpSpPr/>
          <p:nvPr/>
        </p:nvGrpSpPr>
        <p:grpSpPr>
          <a:xfrm>
            <a:off x="243415" y="1327253"/>
            <a:ext cx="11836301" cy="3885842"/>
            <a:chOff x="243415" y="1327253"/>
            <a:chExt cx="11836301" cy="388584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748587F-4BA3-DBEB-A533-CA7072EF34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3415" y="1533730"/>
              <a:ext cx="6289530" cy="3451226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A0BED42-3AFC-CB8E-B120-AB92AE0D66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42661" y="1327253"/>
              <a:ext cx="5237055" cy="38858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96076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0</Words>
  <Application>Microsoft Macintosh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Olya Hakobyan</dc:creator>
  <cp:lastModifiedBy>Olya Hakobyan</cp:lastModifiedBy>
  <cp:revision>6</cp:revision>
  <dcterms:created xsi:type="dcterms:W3CDTF">2026-06-30T19:20:40Z</dcterms:created>
  <dcterms:modified xsi:type="dcterms:W3CDTF">2026-06-30T20:04:15Z</dcterms:modified>
</cp:coreProperties>
</file>